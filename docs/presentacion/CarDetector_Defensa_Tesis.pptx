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Buenos días / buenas tardes. Mi nombre es Lautaro Giménez Gil y presento CarDetector,</a:t>
            </a:r>
          </a:p>
          <a:p>
            <a:r>
              <a:t>un sistema end-to-end para censar vehículos en video y reconocer matrículas argentinas.</a:t>
            </a:r>
          </a:p>
          <a:p>
            <a:r>
              <a:t>La presentación dura unos 10–12 minutos: problema, solución técnica, resultados y demo.</a:t>
            </a:r>
          </a:p>
          <a:p>
            <a:r>
              <a:t>Al final quedo a disposición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Voy a recorrer primero el problema y los objetivos, después la arquitectura y los dos</a:t>
            </a:r>
          </a:p>
          <a:p>
            <a:r>
              <a:t>pipelines de visión, luego los resultados del capítulo experimental, limitaciones y cierre.</a:t>
            </a:r>
          </a:p>
          <a:p>
            <a:r>
              <a:t>Si hay tiempo, muestro una corrida corta en la interfaz Streamlit.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problema de partida es operativo: censar y leer patentes a mano no escala.</a:t>
            </a:r>
          </a:p>
          <a:p>
            <a:r>
              <a:t>La tesis no se queda en un script aislado: entrega un producto técnico mínimo —</a:t>
            </a:r>
          </a:p>
          <a:p>
            <a:r>
              <a:t>frontend para operadores y backend con pipelines de visión — pensado para demo y evaluación.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objetivos específicos son: censo, OCR de patentes AR, integración API+UI y evaluación.</a:t>
            </a:r>
          </a:p>
          <a:p>
            <a:r>
              <a:t>Deliberadamente queda fuera entrenar un detector desde cero o competir con peajes comerciales:</a:t>
            </a:r>
          </a:p>
          <a:p>
            <a:r>
              <a:t>reutilizo modelos preentrenados adaptados al dominio argentino y me concentro en la integración.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Arquitectónicamente hay dos repos: cardetector-front y cardetector-backend.</a:t>
            </a:r>
          </a:p>
          <a:p>
            <a:r>
              <a:t>El usuario sube un video en Streamlit; el backend corre el pipeline pedido y devuelve JSON.</a:t>
            </a:r>
          </a:p>
          <a:p>
            <a:r>
              <a:t>Separé censo y patentes porque son problemas distintos: conteo multi-clase vs. localización + OCR.</a:t>
            </a:r>
          </a:p>
          <a:p>
            <a:r>
              <a:t>Los modelos se cargan una vez al arrancar para no pagar el costo en cada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el censo uso YOLOv5s de COCO: es un estándar conocido y suficiente para las cuatro clases.</a:t>
            </a:r>
          </a:p>
          <a:p>
            <a:r>
              <a:t>El tracking por centroides evita contar el mismo auto muchas veces al pasar frame a frame.</a:t>
            </a:r>
          </a:p>
          <a:p>
            <a:r>
              <a:t>Agregué filtros porque en calle hay carteles o formas que el modelo confunde con bus/camión.</a:t>
            </a:r>
          </a:p>
          <a:p>
            <a:r>
              <a:t>Como corro en CPU (GPU AMD sin CUDA en PyTorch), uso stride y downscale para que sea 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patentes argentinas tienen un formato particular; por eso no usé un OCR genérico.</a:t>
            </a:r>
          </a:p>
          <a:p>
            <a:r>
              <a:t>JustAnotherAlpr aporta el detector de placa y ConvALPR el reconocimiento de caracteres.</a:t>
            </a:r>
          </a:p>
          <a:p>
            <a:r>
              <a:t>El sistema admite día/noche porque la iluminación cambia mucho el contraste de la placa.</a:t>
            </a:r>
          </a:p>
          <a:p>
            <a:r>
              <a:t>Documenté backends alternativos, pero la configuración por defecto de la tesis es darknet_ar + convalpr.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frontend no es un adorno: es la cara usable del aporte.</a:t>
            </a:r>
          </a:p>
          <a:p>
            <a:r>
              <a:t>Streamlit me permitió iterar rápido: upload, botones de censo/patentes, tablas y CSV.</a:t>
            </a:r>
          </a:p>
          <a:p>
            <a:r>
              <a:t>El polling a jobs asíncronos evita que la UI se congele en videos largos.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el capítulo de resultados automaticé corridas sobre una docena de videos.</a:t>
            </a:r>
          </a:p>
          <a:p>
            <a:r>
              <a:t>Las métricas serias requieren ground truth: en test1 hice revisión manual.</a:t>
            </a:r>
          </a:p>
          <a:p>
            <a:r>
              <a:t>En otros videos usé estimaciones solo para orientar la presentación; lo aclaro en la defensa</a:t>
            </a:r>
          </a:p>
          <a:p>
            <a:r>
              <a:t>para no vender números sin etiquetado completo como si fueran GT cerrado.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test1, con ground truth manual, el censo acertó 5 de 5 y el OCR tuvo F1 alrededor de 0.75:</a:t>
            </a:r>
          </a:p>
          <a:p>
            <a:r>
              <a:t>es el resultado más sólido para mostrar.</a:t>
            </a:r>
          </a:p>
          <a:p>
            <a:r>
              <a:t>En videos densos o de noche el sistema sigue corriendo, pero el OCR se degrada:</a:t>
            </a:r>
          </a:p>
          <a:p>
            <a:r>
              <a:t>placas chicas, motion blur, iluminación. Eso alimenta las limitaciones y el trabajo futuro.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Prefiero explicitar limitaciones: demuestra criterio de ingeniería.</a:t>
            </a:r>
          </a:p>
          <a:p>
            <a:r>
              <a:t>El tracking simple es suficiente para la tesis pero no para producción densa.</a:t>
            </a:r>
          </a:p>
          <a:p>
            <a:r>
              <a:t>Los jobs in-memory alcanzan para demo; en producción iría a Redis/RQ.</a:t>
            </a:r>
          </a:p>
          <a:p>
            <a:r>
              <a:t>Y la evaluación completa con GT en todo el corpus sigue siendo trabajo abierto.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Cierro destacando el aporte: no un paper de un modelo nuevo, sino un sistema integrado</a:t>
            </a:r>
          </a:p>
          <a:p>
            <a:r>
              <a:t>evaluable. El futuro claro es mejor tracking, más ground truth y despliegue más robusto.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la demo: backend y frontend ya levantados antes de empezar.</a:t>
            </a:r>
          </a:p>
          <a:p>
            <a:r>
              <a:t>Uso un video corto y conocido (test1) para no improvisar tiempos.</a:t>
            </a:r>
          </a:p>
          <a:p>
            <a:r>
              <a:t>Si algo falla, paso a capturas o al video resultado ya generado — nunca pelear con el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Gracias. Quedo a disposición de las preguntas del tribunal.</a:t>
            </a:r>
          </a:p>
          <a:p>
            <a:r>
              <a:t>Si preguntan por GPU: trabajo en CPU por limitación del stack CUDA/AMD; por eso stride/downscale.</a:t>
            </a:r>
          </a:p>
          <a:p>
            <a:r>
              <a:t>Si preguntan por métricas: priorizo test1 con GT manual y soy transparente con el resto.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C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CarDetector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C8E6E6"/>
                </a:solidFill>
                <a:latin typeface="Calibri"/>
              </a:rPr>
              <a:t>Sistema de censo vehicular y reconocimiento
de matrículas argentinas en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A8C0D8"/>
                </a:solidFill>
                <a:latin typeface="Calibri"/>
              </a:rPr>
              <a:t>Trabajo Integrador Final — Ingeniería en Sistemas</a:t>
            </a:r>
          </a:p>
          <a:p>
            <a:r>
              <a:rPr sz="1600" b="0">
                <a:solidFill>
                  <a:srgbClr val="A8C0D8"/>
                </a:solidFill>
                <a:latin typeface="Calibri"/>
              </a:rPr>
              <a:t>Lautaro Giménez Gil</a:t>
            </a:r>
          </a:p>
          <a:p>
            <a:r>
              <a:rPr sz="1600" b="0">
                <a:solidFill>
                  <a:srgbClr val="A8C0D8"/>
                </a:solidFill>
                <a:latin typeface="Calibri"/>
              </a:rPr>
              <a:t>Defensa de tesis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333F4F"/>
                </a:solidFill>
                <a:latin typeface="Calibri"/>
              </a:rPr>
              <a:t>1. Problema y motivación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3F4F"/>
                </a:solidFill>
                <a:latin typeface="Calibri"/>
              </a:rPr>
              <a:t>2. Objetivos y alcance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3F4F"/>
                </a:solidFill>
                <a:latin typeface="Calibri"/>
              </a:rPr>
              <a:t>3. Arquitectura (frontend + backend)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3F4F"/>
                </a:solidFill>
                <a:latin typeface="Calibri"/>
              </a:rPr>
              <a:t>4. Pipelines: censo y matrículas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3F4F"/>
                </a:solidFill>
                <a:latin typeface="Calibri"/>
              </a:rPr>
              <a:t>5. Evaluación experimental y resultados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3F4F"/>
                </a:solidFill>
                <a:latin typeface="Calibri"/>
              </a:rPr>
              <a:t>6. Limitaciones, conclusiones y trabajo futuro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3F4F"/>
                </a:solidFill>
                <a:latin typeface="Calibri"/>
              </a:rPr>
              <a:t>7. Demostración en vivo (si el tiempo lo permite)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Problema y motivación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333F4F"/>
                </a:solidFill>
                <a:latin typeface="Calibri"/>
              </a:rPr>
              <a:t>El conteo manual de tránsito es costoso, lento y propenso a error.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333F4F"/>
                </a:solidFill>
                <a:latin typeface="Calibri"/>
              </a:rPr>
              <a:t>Hace falta automatizar: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333F4F"/>
                </a:solidFill>
                <a:latin typeface="Calibri"/>
              </a:rPr>
              <a:t>Censo por tipo de vehículo (auto, moto, bus, camión)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333F4F"/>
                </a:solidFill>
                <a:latin typeface="Calibri"/>
              </a:rPr>
              <a:t>Lectura de patentes argentinas (formatos 6 y 7 caracteres)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333F4F"/>
                </a:solidFill>
                <a:latin typeface="Calibri"/>
              </a:rPr>
              <a:t>Condiciones reales: día/noche, distintas resoluciones y ángulos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333F4F"/>
                </a:solidFill>
                <a:latin typeface="Calibri"/>
              </a:rPr>
              <a:t>Aporte: un sistema usable (UI + API) reproducible, no solo un notebook.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7A7A"/>
                </a:solidFill>
                <a:latin typeface="Calibri"/>
              </a:rPr>
              <a:t>Objetivos específicos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3F4F"/>
                </a:solidFill>
                <a:latin typeface="Calibri"/>
              </a:rPr>
              <a:t>Diseñar e implementar un sistema de censo vehicular en video.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F4F"/>
                </a:solidFill>
                <a:latin typeface="Calibri"/>
              </a:rPr>
              <a:t>Detectar y leer matrículas argentinas (OCR).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F4F"/>
                </a:solidFill>
                <a:latin typeface="Calibri"/>
              </a:rPr>
              <a:t>Exponer ambos flujos vía API e interfaz web.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F4F"/>
                </a:solidFill>
                <a:latin typeface="Calibri"/>
              </a:rPr>
              <a:t>Evaluar el sistema con un protocolo experimental documentado.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4300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7A7A"/>
                </a:solidFill>
                <a:latin typeface="Calibri"/>
              </a:rPr>
              <a:t>Fuera de alcance (delimitación)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916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3F4F"/>
                </a:solidFill>
                <a:latin typeface="Calibri"/>
              </a:rPr>
              <a:t>Entrenar desde cero un detector SOTA.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F4F"/>
                </a:solidFill>
                <a:latin typeface="Calibri"/>
              </a:rPr>
              <a:t>Sustituir sistemas comerciales de peaje.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F4F"/>
                </a:solidFill>
                <a:latin typeface="Calibri"/>
              </a:rPr>
              <a:t>Tracking multi-cámara en tiempo real de producción.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F4F"/>
                </a:solidFill>
                <a:latin typeface="Calibri"/>
              </a:rPr>
              <a:t>Dataset público masivo versionado (queda como futuro).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Arquitectura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Frontend (Streamlit): carga de video, censo / matrículas, tablas y CSV.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Backend (Flask): API REST, jobs asíncronos, carga única de modelos.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Pipeline A — Censo: YOLOv5s (COCO) + tracking por centroides.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Pipeline B — Patentes: YOLOv4-tiny (JustAnotherAlpr) + OCR ConvALPR.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Comunicación: HTTP multipart → JSON (conteos, placas, timestamps).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Diseño headless: sin GUI en servidor; preview opcional en desktop.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Pipeline de censo vehicular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Detector: YOLOv5s preentrenado en COCO (PyTorch / torch.hub).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Clases: auto, moto, bus, camión (IDs COCO 2, 3, 5, 7).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Tracking: asociación por centroides entre frames (ID estable en la escena).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Filtros anti-falsos positivos: confianza, área y aspecto (p. ej. carteles).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Salida: total por clase + total de vehículos únicos en el video.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Optimización: stride de frames y downscale para fluidez en CPU.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Pipeline de matrículas (Argentina)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Detección de placa: YOLOv4-tiny (JustAnotherAlpr), dominio AR.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OCR: ConvALPR (modelo CNN para formato argentino).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Soporta condición día/noche como parámetro del pipeline.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Salida: placas únicas + lecturas crudas / timestamps para análisis.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Alternativas configurables (TF SavedModel + Keras.h5) vía .env.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Enfoque: reutilizar pesos especializados, no reentrenar desde cero.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Interfaz de usuario (Streamlit)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Pensada para operadores no técnicos: subir video y elegir flujo.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Modos: Censo / Matrículas (con selector día-noche).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Feedback de progreso vía jobs + polling (preview JPEG opcional).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Resultados en tabla y descarga CSV para análisis posterior.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Cliente HTTP desacoplado del backend (API_URL configurable).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Metodología experimental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Corpus de videos locales (día/noche, distintas resoluciones).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Script batch: scripts/run_experiments.py → CSV + predicciones.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Censo: comparar total predicho vs. conteo de referencia (error %).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OCR: precisión / recall / F1 sobre placas (con revisión manual).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Honestidad metodológica: distinguir GT manual vs. estimaciones.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Ejemplo con GT manual: test1.mp4 (censo 5/5, F1 OCR ≈ 0.75).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Resultados (síntesis)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F4F"/>
                </a:solidFill>
                <a:latin typeface="Calibri"/>
              </a:rPr>
              <a:t>12 videos procesados en batch (promedio ~22 s de duración).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F4F"/>
                </a:solidFill>
                <a:latin typeface="Calibri"/>
              </a:rPr>
              <a:t>test1.mp4 (GT manual): error de censo 0% (5/5) · F1 OCR ≈ 0.75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F4F"/>
                </a:solidFill>
                <a:latin typeface="Calibri"/>
              </a:rPr>
              <a:t>Escenas más densas / lejanas: mayor error de censo y OCR incompleto.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F4F"/>
                </a:solidFill>
                <a:latin typeface="Calibri"/>
              </a:rPr>
              <a:t>Noche (ba_noche_720): el sistema produce lecturas, con más ruido OCR.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F4F"/>
                </a:solidFill>
                <a:latin typeface="Calibri"/>
              </a:rPr>
              <a:t>Hallazgo: la integración funciona; el cuello de botella es calidad de placa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333F4F"/>
                </a:solidFill>
                <a:latin typeface="Calibri"/>
              </a:rPr>
              <a:t>y tracking simple ante oclusiones / multi-objeto denso.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Limitaciones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Tracking por centroides (no SORT/ByteTrack): falla en escenas saturadas.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OCR orientado a formato fijo de placa del dominio de entrenamiento.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Jobs en memoria: se pierden al reiniciar el proceso.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Ejecución en CPU: latencia alta en 1080p / 60 fps sin stride.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GT completo solo en parte del corpus (resto estimado / pendiente).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F4F"/>
                </a:solidFill>
                <a:latin typeface="Calibri"/>
              </a:rPr>
              <a:t>Pesos fuera de Git (tamaño); hay que montarlos en despliegue.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Conclusiones y trabajo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7A7A"/>
                </a:solidFill>
                <a:latin typeface="Calibri"/>
              </a:rP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3F4F"/>
                </a:solidFill>
                <a:latin typeface="Calibri"/>
              </a:rPr>
              <a:t>Sistema end-to-end operativo: UI + API + dos pipelines.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F4F"/>
                </a:solidFill>
                <a:latin typeface="Calibri"/>
              </a:rPr>
              <a:t>Censo viable con YOLOv5 + centroides en escenas moderadas.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F4F"/>
                </a:solidFill>
                <a:latin typeface="Calibri"/>
              </a:rPr>
              <a:t>Patentes AR con modelos de dominio especializado.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F4F"/>
                </a:solidFill>
                <a:latin typeface="Calibri"/>
              </a:rPr>
              <a:t>Protocolo experimental reproducible documentado.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4300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7A7A"/>
                </a:solidFill>
                <a:latin typeface="Calibri"/>
              </a:rPr>
              <a:t>Trabajo futuro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916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3F4F"/>
                </a:solidFill>
                <a:latin typeface="Calibri"/>
              </a:rPr>
              <a:t>Tracking SORT/ByteTrack + métricas MOT.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F4F"/>
                </a:solidFill>
                <a:latin typeface="Calibri"/>
              </a:rPr>
              <a:t>Cola persistente (Redis) y despliegue Docker endurecido.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F4F"/>
                </a:solidFill>
                <a:latin typeface="Calibri"/>
              </a:rPr>
              <a:t>Dataset versionado + más GT manual.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F4F"/>
                </a:solidFill>
                <a:latin typeface="Calibri"/>
              </a:rPr>
              <a:t>Unificar stacks ML / aceleración GPU nativa.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Demostración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333F4F"/>
                </a:solidFill>
                <a:latin typeface="Calibri"/>
              </a:rPr>
              <a:t>1. Backend: python app.py → health OK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3F4F"/>
                </a:solidFill>
                <a:latin typeface="Calibri"/>
              </a:rPr>
              <a:t>2. Frontend: streamlit run main.py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3F4F"/>
                </a:solidFill>
                <a:latin typeface="Calibri"/>
              </a:rPr>
              <a:t>3. Subir video corto (p. ej. test1.mp4)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3F4F"/>
                </a:solidFill>
                <a:latin typeface="Calibri"/>
              </a:rPr>
              <a:t>4. Ejecutar Censo → mostrar totales / CSV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3F4F"/>
                </a:solidFill>
                <a:latin typeface="Calibri"/>
              </a:rPr>
              <a:t>5. Ejecutar Matrículas → mostrar placas únicas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3F4F"/>
                </a:solidFill>
                <a:latin typeface="Calibri"/>
              </a:rPr>
              <a:t>Plan B: video pregrabado / capturas si falla el live.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C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C8E6E6"/>
                </a:solidFill>
                <a:latin typeface="Calibri"/>
              </a:rPr>
              <a:t>¿Preguntas?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A8C0D8"/>
                </a:solidFill>
                <a:latin typeface="Calibri"/>
              </a:rPr>
              <a:t>Lautaro Giménez Gil — CarDetector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